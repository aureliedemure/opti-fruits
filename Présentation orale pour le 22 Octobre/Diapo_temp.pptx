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layout/>
      <c:overlay val="0"/>
      <c:txPr>
        <a:bodyPr/>
        <a:lstStyle/>
        <a:p>
          <a:pPr>
            <a:defRPr>
              <a:latin typeface="Cambria" panose="02040503050406030204" pitchFamily="18" charset="0"/>
              <a:ea typeface="Cambria" panose="02040503050406030204" pitchFamily="18" charset="0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Pertes alimentaires</c:v>
                </c:pt>
              </c:strCache>
            </c:strRef>
          </c:tx>
          <c:dLbls>
            <c:dLbl>
              <c:idx val="0"/>
              <c:layout>
                <c:manualLayout>
                  <c:x val="6.7202424029728786E-3"/>
                  <c:y val="3.7350788184028934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layout>
                <c:manualLayout>
                  <c:x val="3.2408457731072454E-2"/>
                  <c:y val="5.5911483086241449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layout>
                <c:manualLayout>
                  <c:x val="-9.9395498111840119E-2"/>
                  <c:y val="-1.9484717747410781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3"/>
              <c:layout>
                <c:manualLayout>
                  <c:x val="-2.147295160350823E-2"/>
                  <c:y val="8.8600752179798958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</c:dLbl>
            <c:txPr>
              <a:bodyPr/>
              <a:lstStyle/>
              <a:p>
                <a:pPr>
                  <a:defRPr>
                    <a:latin typeface="Cambria" panose="02040503050406030204" pitchFamily="18" charset="0"/>
                    <a:ea typeface="Cambria" panose="02040503050406030204" pitchFamily="18" charset="0"/>
                  </a:defRPr>
                </a:pPr>
                <a:endParaRPr lang="fr-FR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Feuil1!$A$2:$A$5</c:f>
              <c:strCache>
                <c:ptCount val="4"/>
                <c:pt idx="0">
                  <c:v>Distribution</c:v>
                </c:pt>
                <c:pt idx="1">
                  <c:v>Transformation</c:v>
                </c:pt>
                <c:pt idx="2">
                  <c:v>Production</c:v>
                </c:pt>
                <c:pt idx="3">
                  <c:v>Consommation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14</c:v>
                </c:pt>
                <c:pt idx="1">
                  <c:v>21</c:v>
                </c:pt>
                <c:pt idx="2">
                  <c:v>32</c:v>
                </c:pt>
                <c:pt idx="3">
                  <c:v>33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1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55807B-B493-4FAE-9465-51C743AC2994}" type="datetimeFigureOut">
              <a:rPr lang="fr-FR" smtClean="0"/>
              <a:t>20/10/2022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383684-10A0-4058-9A13-151F2B70F5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2086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383684-10A0-4058-9A13-151F2B70F5E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8294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383684-10A0-4058-9A13-151F2B70F5E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8294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446C-BFFB-4EF5-B3ED-895971F6C44A}" type="datetimeFigureOut">
              <a:rPr lang="fr-FR" smtClean="0"/>
              <a:t>20/10/2022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5875A-490E-4E39-B159-6AEC903BC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6910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446C-BFFB-4EF5-B3ED-895971F6C44A}" type="datetimeFigureOut">
              <a:rPr lang="fr-FR" smtClean="0"/>
              <a:t>20/10/2022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5875A-490E-4E39-B159-6AEC903BC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7281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446C-BFFB-4EF5-B3ED-895971F6C44A}" type="datetimeFigureOut">
              <a:rPr lang="fr-FR" smtClean="0"/>
              <a:t>20/10/2022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5875A-490E-4E39-B159-6AEC903BC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6499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446C-BFFB-4EF5-B3ED-895971F6C44A}" type="datetimeFigureOut">
              <a:rPr lang="fr-FR" smtClean="0"/>
              <a:t>20/10/2022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5875A-490E-4E39-B159-6AEC903BC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227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446C-BFFB-4EF5-B3ED-895971F6C44A}" type="datetimeFigureOut">
              <a:rPr lang="fr-FR" smtClean="0"/>
              <a:t>20/10/2022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5875A-490E-4E39-B159-6AEC903BC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5522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446C-BFFB-4EF5-B3ED-895971F6C44A}" type="datetimeFigureOut">
              <a:rPr lang="fr-FR" smtClean="0"/>
              <a:t>20/10/2022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5875A-490E-4E39-B159-6AEC903BC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8338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446C-BFFB-4EF5-B3ED-895971F6C44A}" type="datetimeFigureOut">
              <a:rPr lang="fr-FR" smtClean="0"/>
              <a:t>20/10/2022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5875A-490E-4E39-B159-6AEC903BC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03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446C-BFFB-4EF5-B3ED-895971F6C44A}" type="datetimeFigureOut">
              <a:rPr lang="fr-FR" smtClean="0"/>
              <a:t>20/10/2022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5875A-490E-4E39-B159-6AEC903BC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990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446C-BFFB-4EF5-B3ED-895971F6C44A}" type="datetimeFigureOut">
              <a:rPr lang="fr-FR" smtClean="0"/>
              <a:t>20/10/2022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5875A-490E-4E39-B159-6AEC903BC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4387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446C-BFFB-4EF5-B3ED-895971F6C44A}" type="datetimeFigureOut">
              <a:rPr lang="fr-FR" smtClean="0"/>
              <a:t>20/10/2022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5875A-490E-4E39-B159-6AEC903BC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6771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446C-BFFB-4EF5-B3ED-895971F6C44A}" type="datetimeFigureOut">
              <a:rPr lang="fr-FR" smtClean="0"/>
              <a:t>20/10/2022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5875A-490E-4E39-B159-6AEC903BC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259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8446C-BFFB-4EF5-B3ED-895971F6C44A}" type="datetimeFigureOut">
              <a:rPr lang="fr-FR" smtClean="0"/>
              <a:t>20/10/2022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5875A-490E-4E39-B159-6AEC903BC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1681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Nom appli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Soutenance projet PP2I</a:t>
            </a:r>
          </a:p>
          <a:p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22/10/22</a:t>
            </a:r>
          </a:p>
          <a:p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Groupe 31</a:t>
            </a:r>
          </a:p>
          <a:p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Pierre AUGUSTE, Aurélie </a:t>
            </a:r>
            <a:r>
              <a:rPr lang="fr-F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Demure</a:t>
            </a:r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, Nicolas FERNANDEZ, Manon LECUBIN 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634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Sommaire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71500" indent="-571500">
              <a:buFont typeface="+mj-lt"/>
              <a:buAutoNum type="romanUcPeriod"/>
            </a:pPr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Etat de l’art</a:t>
            </a:r>
          </a:p>
          <a:p>
            <a:pPr marL="914400" lvl="1" indent="-514350">
              <a:buAutoNum type="arabicParenR"/>
            </a:pPr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Présentation et problématique</a:t>
            </a:r>
          </a:p>
          <a:p>
            <a:pPr marL="914400" lvl="1" indent="-514350">
              <a:buAutoNum type="arabicParenR"/>
            </a:pPr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Analyse de la concurrence</a:t>
            </a:r>
          </a:p>
          <a:p>
            <a:pPr marL="914400" lvl="1" indent="-514350">
              <a:buAutoNum type="arabicParenR"/>
            </a:pPr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  <a:p>
            <a:pPr marL="514350" indent="-514350">
              <a:buAutoNum type="romanUcPeriod"/>
            </a:pPr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Présentation de l’application</a:t>
            </a:r>
          </a:p>
          <a:p>
            <a:pPr marL="514350" indent="-514350">
              <a:buAutoNum type="romanUcPeriod"/>
            </a:pPr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Gestion de projet</a:t>
            </a:r>
          </a:p>
          <a:p>
            <a:pPr marL="914400" lvl="1" indent="-514350">
              <a:buFont typeface="+mj-lt"/>
              <a:buAutoNum type="arabicParenR"/>
            </a:pPr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Cahier des charges</a:t>
            </a:r>
          </a:p>
          <a:p>
            <a:pPr marL="914400" lvl="1" indent="-514350">
              <a:buFont typeface="+mj-lt"/>
              <a:buAutoNum type="arabicParenR"/>
            </a:pPr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Charte projet</a:t>
            </a:r>
          </a:p>
          <a:p>
            <a:pPr marL="514350" indent="-514350">
              <a:buAutoNum type="romanUcPeriod"/>
            </a:pPr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180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I) Etat de l’art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3465942"/>
              </p:ext>
            </p:extLst>
          </p:nvPr>
        </p:nvGraphicFramePr>
        <p:xfrm>
          <a:off x="683568" y="2162473"/>
          <a:ext cx="8064896" cy="4290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ZoneTexte 4"/>
          <p:cNvSpPr txBox="1"/>
          <p:nvPr/>
        </p:nvSpPr>
        <p:spPr>
          <a:xfrm>
            <a:off x="467544" y="1628800"/>
            <a:ext cx="8676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1) Présentation et problématique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835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I) Etat de l’art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25963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Présentation et problématique</a:t>
            </a:r>
          </a:p>
          <a:p>
            <a:pPr marL="514350" indent="-514350">
              <a:buAutoNum type="arabicParenR"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Problématique : 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572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III) Gestion de projet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2) Charte projet</a:t>
            </a:r>
          </a:p>
          <a:p>
            <a:pPr marL="0" indent="0">
              <a:buNone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804742"/>
              </p:ext>
            </p:extLst>
          </p:nvPr>
        </p:nvGraphicFramePr>
        <p:xfrm>
          <a:off x="395536" y="2132856"/>
          <a:ext cx="8424936" cy="4413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281"/>
                <a:gridCol w="4464496"/>
                <a:gridCol w="1440159"/>
              </a:tblGrid>
              <a:tr h="301822">
                <a:tc>
                  <a:txBody>
                    <a:bodyPr/>
                    <a:lstStyle/>
                    <a:p>
                      <a:r>
                        <a:rPr lang="fr-FR" dirty="0" smtClean="0"/>
                        <a:t>Jalon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Description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Date</a:t>
                      </a:r>
                      <a:endParaRPr lang="fr-FR" dirty="0"/>
                    </a:p>
                  </a:txBody>
                  <a:tcPr/>
                </a:tc>
              </a:tr>
              <a:tr h="528188">
                <a:tc>
                  <a:txBody>
                    <a:bodyPr/>
                    <a:lstStyle/>
                    <a:p>
                      <a:r>
                        <a:rPr lang="fr-FR" dirty="0" smtClean="0"/>
                        <a:t>Etape 1 : Exigences opérationnelles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Validation de l’idée lors de</a:t>
                      </a:r>
                      <a:r>
                        <a:rPr lang="fr-FR" baseline="0" dirty="0" smtClean="0"/>
                        <a:t> la soutenance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22/09/22</a:t>
                      </a:r>
                      <a:endParaRPr lang="fr-FR" dirty="0"/>
                    </a:p>
                  </a:txBody>
                  <a:tcPr/>
                </a:tc>
              </a:tr>
              <a:tr h="885733">
                <a:tc>
                  <a:txBody>
                    <a:bodyPr/>
                    <a:lstStyle/>
                    <a:p>
                      <a:r>
                        <a:rPr lang="fr-FR" dirty="0" smtClean="0"/>
                        <a:t>Etape 2 : Création de la base de données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Création de la base de données relative aux fruits et légumes disponibles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528188">
                <a:tc>
                  <a:txBody>
                    <a:bodyPr/>
                    <a:lstStyle/>
                    <a:p>
                      <a:r>
                        <a:rPr lang="fr-FR" dirty="0" smtClean="0"/>
                        <a:t>Etape 3 : Réalisation de l’interface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Réalisation</a:t>
                      </a:r>
                      <a:r>
                        <a:rPr lang="fr-FR" baseline="0" dirty="0" smtClean="0"/>
                        <a:t> de l’interface utilisateur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1881650">
                <a:tc>
                  <a:txBody>
                    <a:bodyPr/>
                    <a:lstStyle/>
                    <a:p>
                      <a:r>
                        <a:rPr lang="fr-FR" dirty="0" smtClean="0"/>
                        <a:t>Etape 4</a:t>
                      </a:r>
                      <a:r>
                        <a:rPr lang="fr-FR" baseline="0" dirty="0" smtClean="0"/>
                        <a:t> : Réalisation messagerie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Réalisation d’un</a:t>
                      </a:r>
                      <a:r>
                        <a:rPr lang="fr-FR" baseline="0" dirty="0" smtClean="0"/>
                        <a:t> système de contact entre les utilisateurs (messagerie) pour obtenir plus d’informations sur un produit en vente ou les conditions d’accueil pour une cueillette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182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III) Gestion de projet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2) Charte projet</a:t>
            </a:r>
          </a:p>
          <a:p>
            <a:pPr marL="0" indent="0">
              <a:buNone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086006"/>
              </p:ext>
            </p:extLst>
          </p:nvPr>
        </p:nvGraphicFramePr>
        <p:xfrm>
          <a:off x="323528" y="2708920"/>
          <a:ext cx="842493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281"/>
                <a:gridCol w="4464496"/>
                <a:gridCol w="1440159"/>
              </a:tblGrid>
              <a:tr h="301822">
                <a:tc>
                  <a:txBody>
                    <a:bodyPr/>
                    <a:lstStyle/>
                    <a:p>
                      <a:r>
                        <a:rPr lang="fr-FR" dirty="0" smtClean="0"/>
                        <a:t>Jalon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Description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Date</a:t>
                      </a:r>
                      <a:endParaRPr lang="fr-FR" dirty="0"/>
                    </a:p>
                  </a:txBody>
                  <a:tcPr/>
                </a:tc>
              </a:tr>
              <a:tr h="528188">
                <a:tc>
                  <a:txBody>
                    <a:bodyPr/>
                    <a:lstStyle/>
                    <a:p>
                      <a:r>
                        <a:rPr lang="fr-FR" dirty="0" smtClean="0"/>
                        <a:t>Etape 5 :Ajout d’une carte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Ajout d’une carte permettant</a:t>
                      </a:r>
                      <a:r>
                        <a:rPr lang="fr-FR" baseline="0" dirty="0" smtClean="0"/>
                        <a:t> de repérer où se situent les fruits et légumes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885733">
                <a:tc>
                  <a:txBody>
                    <a:bodyPr/>
                    <a:lstStyle/>
                    <a:p>
                      <a:r>
                        <a:rPr lang="fr-FR" dirty="0" smtClean="0"/>
                        <a:t>Etape 6 : Ajout de restrictions</a:t>
                      </a:r>
                      <a:r>
                        <a:rPr lang="fr-FR" baseline="0" dirty="0" smtClean="0"/>
                        <a:t> sur la carte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Ajouter</a:t>
                      </a:r>
                      <a:r>
                        <a:rPr lang="fr-FR" baseline="0" dirty="0" smtClean="0"/>
                        <a:t> des rayons sur la carte par rapport à la localisation du client, qui augmentent au cours du temps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528188">
                <a:tc>
                  <a:txBody>
                    <a:bodyPr/>
                    <a:lstStyle/>
                    <a:p>
                      <a:r>
                        <a:rPr lang="fr-FR" dirty="0" smtClean="0"/>
                        <a:t>Etape 7 : Ajout d’une fonctionnalité pour les dons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Ajouter une fonction qui permet au client de donner ses</a:t>
                      </a:r>
                      <a:r>
                        <a:rPr lang="fr-FR" baseline="0" dirty="0" smtClean="0"/>
                        <a:t> produits dans les derniers jours de consommation possibles du produit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8591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0193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249</Words>
  <Application>Microsoft Office PowerPoint</Application>
  <PresentationFormat>Affichage à l'écran (4:3)</PresentationFormat>
  <Paragraphs>54</Paragraphs>
  <Slides>7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Nom appli</vt:lpstr>
      <vt:lpstr>Sommaire</vt:lpstr>
      <vt:lpstr>I) Etat de l’art</vt:lpstr>
      <vt:lpstr>I) Etat de l’art</vt:lpstr>
      <vt:lpstr>III) Gestion de projet</vt:lpstr>
      <vt:lpstr>III) Gestion de projet</vt:lpstr>
      <vt:lpstr>Conclusion</vt:lpstr>
    </vt:vector>
  </TitlesOfParts>
  <Company>---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-</dc:creator>
  <cp:lastModifiedBy>-</cp:lastModifiedBy>
  <cp:revision>6</cp:revision>
  <dcterms:created xsi:type="dcterms:W3CDTF">2022-10-20T19:43:25Z</dcterms:created>
  <dcterms:modified xsi:type="dcterms:W3CDTF">2022-10-20T20:42:35Z</dcterms:modified>
</cp:coreProperties>
</file>